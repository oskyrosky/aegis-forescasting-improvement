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car Centeno Mora" userId="2eced094-591d-43d1-9133-f2414c13a1dd" providerId="ADAL" clId="{C6121373-EBCF-4E29-808F-2B92CEA8E6C8}"/>
    <pc:docChg chg="custSel addSld delSld modSld">
      <pc:chgData name="Oscar Centeno Mora" userId="2eced094-591d-43d1-9133-f2414c13a1dd" providerId="ADAL" clId="{C6121373-EBCF-4E29-808F-2B92CEA8E6C8}" dt="2026-07-21T00:21:18.008" v="66" actId="14100"/>
      <pc:docMkLst>
        <pc:docMk/>
      </pc:docMkLst>
      <pc:sldChg chg="addSp delSp modSp new mod">
        <pc:chgData name="Oscar Centeno Mora" userId="2eced094-591d-43d1-9133-f2414c13a1dd" providerId="ADAL" clId="{C6121373-EBCF-4E29-808F-2B92CEA8E6C8}" dt="2026-06-30T23:24:55.789" v="19" actId="962"/>
        <pc:sldMkLst>
          <pc:docMk/>
          <pc:sldMk cId="400093688" sldId="256"/>
        </pc:sldMkLst>
        <pc:spChg chg="mod">
          <ac:chgData name="Oscar Centeno Mora" userId="2eced094-591d-43d1-9133-f2414c13a1dd" providerId="ADAL" clId="{C6121373-EBCF-4E29-808F-2B92CEA8E6C8}" dt="2026-06-30T23:08:45.856" v="6" actId="1076"/>
          <ac:spMkLst>
            <pc:docMk/>
            <pc:sldMk cId="400093688" sldId="256"/>
            <ac:spMk id="2" creationId="{C96E707C-C372-BF73-9212-2FEEF05274CF}"/>
          </ac:spMkLst>
        </pc:spChg>
        <pc:picChg chg="add mod">
          <ac:chgData name="Oscar Centeno Mora" userId="2eced094-591d-43d1-9133-f2414c13a1dd" providerId="ADAL" clId="{C6121373-EBCF-4E29-808F-2B92CEA8E6C8}" dt="2026-06-30T23:24:55.789" v="19" actId="962"/>
          <ac:picMkLst>
            <pc:docMk/>
            <pc:sldMk cId="400093688" sldId="256"/>
            <ac:picMk id="4" creationId="{32BBEE1F-DDFD-3F10-B160-FA476F741941}"/>
          </ac:picMkLst>
        </pc:picChg>
      </pc:sldChg>
      <pc:sldChg chg="addSp delSp modSp new mod">
        <pc:chgData name="Oscar Centeno Mora" userId="2eced094-591d-43d1-9133-f2414c13a1dd" providerId="ADAL" clId="{C6121373-EBCF-4E29-808F-2B92CEA8E6C8}" dt="2026-06-30T23:28:50.869" v="37" actId="1038"/>
        <pc:sldMkLst>
          <pc:docMk/>
          <pc:sldMk cId="4162352220" sldId="257"/>
        </pc:sldMkLst>
        <pc:spChg chg="mod">
          <ac:chgData name="Oscar Centeno Mora" userId="2eced094-591d-43d1-9133-f2414c13a1dd" providerId="ADAL" clId="{C6121373-EBCF-4E29-808F-2B92CEA8E6C8}" dt="2026-06-30T23:09:02.515" v="10" actId="1076"/>
          <ac:spMkLst>
            <pc:docMk/>
            <pc:sldMk cId="4162352220" sldId="257"/>
            <ac:spMk id="2" creationId="{69B819E6-C1BC-4406-7376-5AEE04EBE666}"/>
          </ac:spMkLst>
        </pc:spChg>
        <pc:picChg chg="add mod ord">
          <ac:chgData name="Oscar Centeno Mora" userId="2eced094-591d-43d1-9133-f2414c13a1dd" providerId="ADAL" clId="{C6121373-EBCF-4E29-808F-2B92CEA8E6C8}" dt="2026-06-30T23:28:50.869" v="37" actId="1038"/>
          <ac:picMkLst>
            <pc:docMk/>
            <pc:sldMk cId="4162352220" sldId="257"/>
            <ac:picMk id="5" creationId="{1A3AC44F-072D-E92E-04E9-7CE94013A730}"/>
          </ac:picMkLst>
        </pc:picChg>
      </pc:sldChg>
      <pc:sldChg chg="addSp delSp modSp new mod">
        <pc:chgData name="Oscar Centeno Mora" userId="2eced094-591d-43d1-9133-f2414c13a1dd" providerId="ADAL" clId="{C6121373-EBCF-4E29-808F-2B92CEA8E6C8}" dt="2026-06-30T23:32:58.686" v="43" actId="27614"/>
        <pc:sldMkLst>
          <pc:docMk/>
          <pc:sldMk cId="2934720517" sldId="258"/>
        </pc:sldMkLst>
        <pc:picChg chg="add mod ord">
          <ac:chgData name="Oscar Centeno Mora" userId="2eced094-591d-43d1-9133-f2414c13a1dd" providerId="ADAL" clId="{C6121373-EBCF-4E29-808F-2B92CEA8E6C8}" dt="2026-06-30T23:32:58.686" v="43" actId="27614"/>
          <ac:picMkLst>
            <pc:docMk/>
            <pc:sldMk cId="2934720517" sldId="258"/>
            <ac:picMk id="5" creationId="{52925E19-9456-DC51-EC11-C301DB2EC3EC}"/>
          </ac:picMkLst>
        </pc:picChg>
      </pc:sldChg>
      <pc:sldChg chg="addSp delSp modSp new mod">
        <pc:chgData name="Oscar Centeno Mora" userId="2eced094-591d-43d1-9133-f2414c13a1dd" providerId="ADAL" clId="{C6121373-EBCF-4E29-808F-2B92CEA8E6C8}" dt="2026-07-01T00:01:00.977" v="57" actId="962"/>
        <pc:sldMkLst>
          <pc:docMk/>
          <pc:sldMk cId="3727806934" sldId="259"/>
        </pc:sldMkLst>
        <pc:picChg chg="add mod ord">
          <ac:chgData name="Oscar Centeno Mora" userId="2eced094-591d-43d1-9133-f2414c13a1dd" providerId="ADAL" clId="{C6121373-EBCF-4E29-808F-2B92CEA8E6C8}" dt="2026-07-01T00:01:00.977" v="57" actId="962"/>
          <ac:picMkLst>
            <pc:docMk/>
            <pc:sldMk cId="3727806934" sldId="259"/>
            <ac:picMk id="5" creationId="{BD526138-2419-5095-CEF5-06C55E5A72F1}"/>
          </ac:picMkLst>
        </pc:picChg>
      </pc:sldChg>
      <pc:sldChg chg="addSp modSp new mod">
        <pc:chgData name="Oscar Centeno Mora" userId="2eced094-591d-43d1-9133-f2414c13a1dd" providerId="ADAL" clId="{C6121373-EBCF-4E29-808F-2B92CEA8E6C8}" dt="2026-06-30T23:35:01.536" v="48" actId="14100"/>
        <pc:sldMkLst>
          <pc:docMk/>
          <pc:sldMk cId="2621508967" sldId="260"/>
        </pc:sldMkLst>
        <pc:picChg chg="add mod">
          <ac:chgData name="Oscar Centeno Mora" userId="2eced094-591d-43d1-9133-f2414c13a1dd" providerId="ADAL" clId="{C6121373-EBCF-4E29-808F-2B92CEA8E6C8}" dt="2026-06-30T23:35:01.536" v="48" actId="14100"/>
          <ac:picMkLst>
            <pc:docMk/>
            <pc:sldMk cId="2621508967" sldId="260"/>
            <ac:picMk id="4" creationId="{D02675F6-9F85-BD60-B25E-CBB502B71487}"/>
          </ac:picMkLst>
        </pc:picChg>
      </pc:sldChg>
      <pc:sldChg chg="addSp modSp new mod">
        <pc:chgData name="Oscar Centeno Mora" userId="2eced094-591d-43d1-9133-f2414c13a1dd" providerId="ADAL" clId="{C6121373-EBCF-4E29-808F-2B92CEA8E6C8}" dt="2026-07-21T00:21:18.008" v="66" actId="14100"/>
        <pc:sldMkLst>
          <pc:docMk/>
          <pc:sldMk cId="2614090062" sldId="261"/>
        </pc:sldMkLst>
        <pc:picChg chg="add mod">
          <ac:chgData name="Oscar Centeno Mora" userId="2eced094-591d-43d1-9133-f2414c13a1dd" providerId="ADAL" clId="{C6121373-EBCF-4E29-808F-2B92CEA8E6C8}" dt="2026-07-21T00:21:18.008" v="66" actId="14100"/>
          <ac:picMkLst>
            <pc:docMk/>
            <pc:sldMk cId="2614090062" sldId="261"/>
            <ac:picMk id="4" creationId="{1FB433C7-9CB9-E3BB-775A-187D1BB8EE9A}"/>
          </ac:picMkLst>
        </pc:picChg>
      </pc:sldChg>
      <pc:sldChg chg="addSp modSp new mod">
        <pc:chgData name="Oscar Centeno Mora" userId="2eced094-591d-43d1-9133-f2414c13a1dd" providerId="ADAL" clId="{C6121373-EBCF-4E29-808F-2B92CEA8E6C8}" dt="2026-07-21T00:19:35.548" v="63" actId="27614"/>
        <pc:sldMkLst>
          <pc:docMk/>
          <pc:sldMk cId="1406215321" sldId="262"/>
        </pc:sldMkLst>
        <pc:picChg chg="add mod">
          <ac:chgData name="Oscar Centeno Mora" userId="2eced094-591d-43d1-9133-f2414c13a1dd" providerId="ADAL" clId="{C6121373-EBCF-4E29-808F-2B92CEA8E6C8}" dt="2026-07-21T00:19:35.548" v="63" actId="27614"/>
          <ac:picMkLst>
            <pc:docMk/>
            <pc:sldMk cId="1406215321" sldId="262"/>
            <ac:picMk id="5" creationId="{3FB29951-0ADF-8F4D-182A-7852CD15E36D}"/>
          </ac:picMkLst>
        </pc:picChg>
      </pc:sldChg>
      <pc:sldChg chg="new del">
        <pc:chgData name="Oscar Centeno Mora" userId="2eced094-591d-43d1-9133-f2414c13a1dd" providerId="ADAL" clId="{C6121373-EBCF-4E29-808F-2B92CEA8E6C8}" dt="2026-07-21T00:14:34.270" v="58" actId="47"/>
        <pc:sldMkLst>
          <pc:docMk/>
          <pc:sldMk cId="3702186065" sldId="26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9215-E277-CE39-242F-5DF92F3BB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A4A219-ADF3-E04C-0EE3-3054A8C83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528E1-1076-4856-1EAE-EED7F02F3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99408-B9B7-4C12-B234-6DDF37F5B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31DDF-EDB0-604C-873C-467C4C1EA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43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33494-57F7-5E98-838D-02C1E1CAD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47450-27A4-F944-8930-38263F1E6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047D1-F7C5-5F07-8E27-E2E07922B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808B0E-E1DD-E76B-9065-60A5EE49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F75CA-9810-D380-44BF-32256795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475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B34A-B9D8-B35A-BA72-24E051CDB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17521-A78E-2FEF-F4CA-8F044236A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601D9-9377-00CC-022D-3B183C462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1912F-EE63-4D11-C107-57AD1CFA0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23C41-214E-9F6B-621E-275E06E4F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532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3FCC-BF8F-237E-CFAE-43C5B24B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B13F5-0F1C-5930-2A18-CA629B6904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139D6-6B88-B2E7-55FE-22848B74AB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5FD598-A14F-DE79-37A7-D9DD4A1AA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1FAC3-20A8-1CAE-220C-4FE9A32D7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4ECCE-FD67-4ACC-B0F8-08F5E7A10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00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AFB6B-70BF-4DA2-CA7D-43A0EAFB9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367E2A-8272-93B9-ED1A-A17DCF673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128B37-71E5-631C-B201-DBB447DD34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9065C-634F-49A1-7A36-7A424EDC3F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791E2D-623A-BF3F-F4A4-545366BDC5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81C8D6-004C-89C9-2DF2-7AE1A36A3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436DD-CB44-1A1C-93DB-CF12F862C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77E308-F065-F599-95D9-F8ADA5FD3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312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75739-6060-06FA-FAFA-581BFA4C0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4ED270-6AF3-60DB-6430-82DA2742A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9BF639-E050-48CC-3E0F-7462A5F40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5D03C6-8765-F53F-48D9-E73757B3E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77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E8D743-4E79-1400-ABC1-8D6C6D739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3CB18-FFD6-8525-95C5-59ED6DEF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BBBF55-EDB6-2955-50FF-4D1A9C19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74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D8649-3E7B-9C71-CE12-C94DFC866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68970-7D2C-F230-925F-C03D5DC92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4B9A10-847A-7BEA-779F-9929680E42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26B92-BA86-B31A-BFFF-AD4BEAF53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048198-4AF7-72AA-C941-798A62A9B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D9A76E-B270-1C68-40AC-29D976AF8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254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A9A7-E743-6DB9-63E8-D7573E1BA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9DD41A-BB76-9379-1366-3B0746188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30AAB7-A02E-6C8F-0528-8248FAD784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281576-5799-70C2-F8E8-3193A0BC7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DD833-5B7D-4549-3A3D-87CF09A46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54A5FA-9814-648F-A980-31B72CB9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044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80656-F366-9490-D955-A9E5C1A56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4B3A79-A593-BFA9-D296-CC571DA43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2E08A-C602-3FDD-D72E-1E8BA4EAF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DB4A5D-B9F1-0CFA-D3D2-1D4F3FB9A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B3951-E873-DB69-1663-A2B32D91E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096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96ABB7-657C-393B-17A4-EF9135B21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CEA153-355C-663E-A53E-A1BFF237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2B648-7385-C705-BF48-24F9BE70D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FD5B3-4B7C-6160-FEC9-B8C97C258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DAD1D-BDFB-E011-3C99-63ACB3782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5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8FCE0D-6C9C-E269-9D72-1FD3AEDE9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6819E-011D-BFFF-84BD-57C3FFEF5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93C03-C90C-5141-BCC8-B6FB27689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ACFCFD-4CAE-4831-9243-606D2650BF4F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C90D5-792D-F005-31C1-1057F4006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5C0D2-2ED0-F6E0-3A46-F903DB0A82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FF9183-BA89-4D9F-9C65-B291E9BC1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836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E707C-C372-BF73-9212-2FEEF05274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4765" y="272429"/>
            <a:ext cx="9144000" cy="1296158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 descr="The image depicts an interactive dashboard, the AEGIS platform, which is used for forecasting improvement, showcasing various models, their performance, and governance insights.&#10;&#10;AI-generated content may be incorrect.">
            <a:extLst>
              <a:ext uri="{FF2B5EF4-FFF2-40B4-BE49-F238E27FC236}">
                <a16:creationId xmlns:a16="http://schemas.microsoft.com/office/drawing/2014/main" id="{32BBEE1F-DDFD-3F10-B160-FA476F741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93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819E6-C1BC-4406-7376-5AEE04EBE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9026"/>
            <a:ext cx="10515600" cy="683523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pic>
        <p:nvPicPr>
          <p:cNvPr id="5" name="Content Placeholder 4" descr="The image presents a visual comparison of forecasting models, showcasing their performance metrics and ranking them in terms of accuracy, robustness, and consistency.&#10;&#10;AI-generated content may be incorrect.">
            <a:extLst>
              <a:ext uri="{FF2B5EF4-FFF2-40B4-BE49-F238E27FC236}">
                <a16:creationId xmlns:a16="http://schemas.microsoft.com/office/drawing/2014/main" id="{1A3AC44F-072D-E92E-04E9-7CE94013A7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70" y="-45155"/>
            <a:ext cx="11943761" cy="6903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52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59BF1-473D-DDE5-527A-7558B79F8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The image illustrates a comprehensive dashboard for an engineering platform, featuring various components such as data modeling, governance, forecasting, and performance metrics, with a focus on read-only and versioned artifacts.&#10;&#10;AI-generated content may be incorrect.">
            <a:extLst>
              <a:ext uri="{FF2B5EF4-FFF2-40B4-BE49-F238E27FC236}">
                <a16:creationId xmlns:a16="http://schemas.microsoft.com/office/drawing/2014/main" id="{52925E19-9456-DC51-EC11-C301DB2EC3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720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B8D35-41C0-DFF9-4DB4-19E22E9A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The image depicts the AEGIS Forecast Improvement Dashboard, a visual representation of a Shiny dashboard in R for enhancing forecasting capabilities, showcasing various modeling tools, metrics, and libraries for data visualization.&#10;&#10;AI-generated content may be incorrect.">
            <a:extLst>
              <a:ext uri="{FF2B5EF4-FFF2-40B4-BE49-F238E27FC236}">
                <a16:creationId xmlns:a16="http://schemas.microsoft.com/office/drawing/2014/main" id="{BD526138-2419-5095-CEF5-06C55E5A7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806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79BA7-E105-E370-5674-30837CB75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E0C33-F91F-8D67-7146-BBA8DD9D1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The image depicts a user interface for the AEGIS Forecast Improvement Dashboard, featuring various data visualizations and performance metrics for different forecasting models.&#10;&#10;AI-generated content may be incorrect.">
            <a:extLst>
              <a:ext uri="{FF2B5EF4-FFF2-40B4-BE49-F238E27FC236}">
                <a16:creationId xmlns:a16="http://schemas.microsoft.com/office/drawing/2014/main" id="{3FB29951-0ADF-8F4D-182A-7852CD15E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21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EBE79-B914-8305-F1D7-D3E2512E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71E14-7683-3E83-4EE6-63B03A33D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5,000+ Free Question-Mark- &amp; Question Mark Images - Pixabay">
            <a:extLst>
              <a:ext uri="{FF2B5EF4-FFF2-40B4-BE49-F238E27FC236}">
                <a16:creationId xmlns:a16="http://schemas.microsoft.com/office/drawing/2014/main" id="{D02675F6-9F85-BD60-B25E-CBB502B71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3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508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E5243-E70C-ABC7-1628-9B3D6A95E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5BC38-4B2A-AA10-C8CE-394AAF92A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Thank You For Your Attention Images How To Say Thank You For Your">
            <a:extLst>
              <a:ext uri="{FF2B5EF4-FFF2-40B4-BE49-F238E27FC236}">
                <a16:creationId xmlns:a16="http://schemas.microsoft.com/office/drawing/2014/main" id="{1FB433C7-9CB9-E3BB-775A-187D1BB8E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090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Centeno Mora</dc:creator>
  <cp:lastModifiedBy>Oscar Centeno Mora</cp:lastModifiedBy>
  <cp:revision>1</cp:revision>
  <dcterms:created xsi:type="dcterms:W3CDTF">2026-06-30T23:08:21Z</dcterms:created>
  <dcterms:modified xsi:type="dcterms:W3CDTF">2026-07-21T00:21:20Z</dcterms:modified>
</cp:coreProperties>
</file>