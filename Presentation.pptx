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20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Centeno Mora" userId="2eced094-591d-43d1-9133-f2414c13a1dd" providerId="ADAL" clId="{C6121373-EBCF-4E29-808F-2B92CEA8E6C8}"/>
    <pc:docChg chg="custSel addSld modSld">
      <pc:chgData name="Oscar Centeno Mora" userId="2eced094-591d-43d1-9133-f2414c13a1dd" providerId="ADAL" clId="{C6121373-EBCF-4E29-808F-2B92CEA8E6C8}" dt="2026-06-30T23:09:18.695" v="13" actId="680"/>
      <pc:docMkLst>
        <pc:docMk/>
      </pc:docMkLst>
      <pc:sldChg chg="delSp modSp new mod">
        <pc:chgData name="Oscar Centeno Mora" userId="2eced094-591d-43d1-9133-f2414c13a1dd" providerId="ADAL" clId="{C6121373-EBCF-4E29-808F-2B92CEA8E6C8}" dt="2026-06-30T23:08:48.732" v="7" actId="478"/>
        <pc:sldMkLst>
          <pc:docMk/>
          <pc:sldMk cId="400093688" sldId="256"/>
        </pc:sldMkLst>
        <pc:spChg chg="mod">
          <ac:chgData name="Oscar Centeno Mora" userId="2eced094-591d-43d1-9133-f2414c13a1dd" providerId="ADAL" clId="{C6121373-EBCF-4E29-808F-2B92CEA8E6C8}" dt="2026-06-30T23:08:45.856" v="6" actId="1076"/>
          <ac:spMkLst>
            <pc:docMk/>
            <pc:sldMk cId="400093688" sldId="256"/>
            <ac:spMk id="2" creationId="{C96E707C-C372-BF73-9212-2FEEF05274CF}"/>
          </ac:spMkLst>
        </pc:spChg>
        <pc:spChg chg="del">
          <ac:chgData name="Oscar Centeno Mora" userId="2eced094-591d-43d1-9133-f2414c13a1dd" providerId="ADAL" clId="{C6121373-EBCF-4E29-808F-2B92CEA8E6C8}" dt="2026-06-30T23:08:48.732" v="7" actId="478"/>
          <ac:spMkLst>
            <pc:docMk/>
            <pc:sldMk cId="400093688" sldId="256"/>
            <ac:spMk id="3" creationId="{8EF39999-1F82-AD84-1464-E37A713DE3BF}"/>
          </ac:spMkLst>
        </pc:spChg>
      </pc:sldChg>
      <pc:sldChg chg="modSp new mod">
        <pc:chgData name="Oscar Centeno Mora" userId="2eced094-591d-43d1-9133-f2414c13a1dd" providerId="ADAL" clId="{C6121373-EBCF-4E29-808F-2B92CEA8E6C8}" dt="2026-06-30T23:09:02.515" v="10" actId="1076"/>
        <pc:sldMkLst>
          <pc:docMk/>
          <pc:sldMk cId="4162352220" sldId="257"/>
        </pc:sldMkLst>
        <pc:spChg chg="mod">
          <ac:chgData name="Oscar Centeno Mora" userId="2eced094-591d-43d1-9133-f2414c13a1dd" providerId="ADAL" clId="{C6121373-EBCF-4E29-808F-2B92CEA8E6C8}" dt="2026-06-30T23:09:02.515" v="10" actId="1076"/>
          <ac:spMkLst>
            <pc:docMk/>
            <pc:sldMk cId="4162352220" sldId="257"/>
            <ac:spMk id="2" creationId="{69B819E6-C1BC-4406-7376-5AEE04EBE666}"/>
          </ac:spMkLst>
        </pc:spChg>
      </pc:sldChg>
      <pc:sldChg chg="new">
        <pc:chgData name="Oscar Centeno Mora" userId="2eced094-591d-43d1-9133-f2414c13a1dd" providerId="ADAL" clId="{C6121373-EBCF-4E29-808F-2B92CEA8E6C8}" dt="2026-06-30T23:08:34.496" v="2" actId="680"/>
        <pc:sldMkLst>
          <pc:docMk/>
          <pc:sldMk cId="2934720517" sldId="258"/>
        </pc:sldMkLst>
      </pc:sldChg>
      <pc:sldChg chg="new">
        <pc:chgData name="Oscar Centeno Mora" userId="2eced094-591d-43d1-9133-f2414c13a1dd" providerId="ADAL" clId="{C6121373-EBCF-4E29-808F-2B92CEA8E6C8}" dt="2026-06-30T23:08:34.946" v="3" actId="680"/>
        <pc:sldMkLst>
          <pc:docMk/>
          <pc:sldMk cId="3727806934" sldId="259"/>
        </pc:sldMkLst>
      </pc:sldChg>
      <pc:sldChg chg="new">
        <pc:chgData name="Oscar Centeno Mora" userId="2eced094-591d-43d1-9133-f2414c13a1dd" providerId="ADAL" clId="{C6121373-EBCF-4E29-808F-2B92CEA8E6C8}" dt="2026-06-30T23:09:11.019" v="11" actId="680"/>
        <pc:sldMkLst>
          <pc:docMk/>
          <pc:sldMk cId="2621508967" sldId="260"/>
        </pc:sldMkLst>
      </pc:sldChg>
      <pc:sldChg chg="new">
        <pc:chgData name="Oscar Centeno Mora" userId="2eced094-591d-43d1-9133-f2414c13a1dd" providerId="ADAL" clId="{C6121373-EBCF-4E29-808F-2B92CEA8E6C8}" dt="2026-06-30T23:09:11.593" v="12" actId="680"/>
        <pc:sldMkLst>
          <pc:docMk/>
          <pc:sldMk cId="2614090062" sldId="261"/>
        </pc:sldMkLst>
      </pc:sldChg>
      <pc:sldChg chg="new">
        <pc:chgData name="Oscar Centeno Mora" userId="2eced094-591d-43d1-9133-f2414c13a1dd" providerId="ADAL" clId="{C6121373-EBCF-4E29-808F-2B92CEA8E6C8}" dt="2026-06-30T23:09:18.695" v="13" actId="680"/>
        <pc:sldMkLst>
          <pc:docMk/>
          <pc:sldMk cId="3702186065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69215-E277-CE39-242F-5DF92F3BB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A4A219-ADF3-E04C-0EE3-3054A8C83B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528E1-1076-4856-1EAE-EED7F02F3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CFD-4CAE-4831-9243-606D2650BF4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99408-B9B7-4C12-B234-6DDF37F5B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31DDF-EDB0-604C-873C-467C4C1EA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F9183-BA89-4D9F-9C65-B291E9B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43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33494-57F7-5E98-838D-02C1E1CAD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47450-27A4-F944-8930-38263F1E6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047D1-F7C5-5F07-8E27-E2E07922B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CFD-4CAE-4831-9243-606D2650BF4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08B0E-E1DD-E76B-9065-60A5EE49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F75CA-9810-D380-44BF-32256795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F9183-BA89-4D9F-9C65-B291E9B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47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EB34A-B9D8-B35A-BA72-24E051CDB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17521-A78E-2FEF-F4CA-8F044236A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601D9-9377-00CC-022D-3B183C462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CFD-4CAE-4831-9243-606D2650BF4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1912F-EE63-4D11-C107-57AD1CFA0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23C41-214E-9F6B-621E-275E06E4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F9183-BA89-4D9F-9C65-B291E9B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32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B3FCC-BF8F-237E-CFAE-43C5B24B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B13F5-0F1C-5930-2A18-CA629B690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139D6-6B88-B2E7-55FE-22848B74A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FD598-A14F-DE79-37A7-D9DD4A1AA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CFD-4CAE-4831-9243-606D2650BF4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1FAC3-20A8-1CAE-220C-4FE9A32D7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4ECCE-FD67-4ACC-B0F8-08F5E7A1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F9183-BA89-4D9F-9C65-B291E9B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00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AFB6B-70BF-4DA2-CA7D-43A0EAFB9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67E2A-8272-93B9-ED1A-A17DCF673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28B37-71E5-631C-B201-DBB447DD3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9065C-634F-49A1-7A36-7A424EDC3F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791E2D-623A-BF3F-F4A4-545366BDC5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81C8D6-004C-89C9-2DF2-7AE1A36A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CFD-4CAE-4831-9243-606D2650BF4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F436DD-CB44-1A1C-93DB-CF12F862C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77E308-F065-F599-95D9-F8ADA5FD3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F9183-BA89-4D9F-9C65-B291E9B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12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75739-6060-06FA-FAFA-581BFA4C0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4ED270-6AF3-60DB-6430-82DA2742A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CFD-4CAE-4831-9243-606D2650BF4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9BF639-E050-48CC-3E0F-7462A5F40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5D03C6-8765-F53F-48D9-E73757B3E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F9183-BA89-4D9F-9C65-B291E9B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774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E8D743-4E79-1400-ABC1-8D6C6D739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CFD-4CAE-4831-9243-606D2650BF4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3CB18-FFD6-8525-95C5-59ED6DEF1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BBF55-EDB6-2955-50FF-4D1A9C194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F9183-BA89-4D9F-9C65-B291E9B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74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D8649-3E7B-9C71-CE12-C94DFC866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68970-7D2C-F230-925F-C03D5DC92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B9A10-847A-7BEA-779F-9929680E4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26B92-BA86-B31A-BFFF-AD4BEAF53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CFD-4CAE-4831-9243-606D2650BF4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48198-4AF7-72AA-C941-798A62A9B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9A76E-B270-1C68-40AC-29D976AF8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F9183-BA89-4D9F-9C65-B291E9B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5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6A9A7-E743-6DB9-63E8-D7573E1B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9DD41A-BB76-9379-1366-3B0746188B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0AAB7-A02E-6C8F-0528-8248FAD78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81576-5799-70C2-F8E8-3193A0BC7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CFD-4CAE-4831-9243-606D2650BF4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DD833-5B7D-4549-3A3D-87CF09A46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4A5FA-9814-648F-A980-31B72CB94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F9183-BA89-4D9F-9C65-B291E9B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44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80656-F366-9490-D955-A9E5C1A56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4B3A79-A593-BFA9-D296-CC571DA43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2E08A-C602-3FDD-D72E-1E8BA4EAF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CFD-4CAE-4831-9243-606D2650BF4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B4A5D-B9F1-0CFA-D3D2-1D4F3FB9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B3951-E873-DB69-1663-A2B32D91E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F9183-BA89-4D9F-9C65-B291E9B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96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96ABB7-657C-393B-17A4-EF9135B21B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CEA153-355C-663E-A53E-A1BFF2379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2B648-7385-C705-BF48-24F9BE70D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CFD-4CAE-4831-9243-606D2650BF4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FD5B3-4B7C-6160-FEC9-B8C97C258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DAD1D-BDFB-E011-3C99-63ACB3782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F9183-BA89-4D9F-9C65-B291E9B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94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8FCE0D-6C9C-E269-9D72-1FD3AEDE9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6819E-011D-BFFF-84BD-57C3FFEF5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93C03-C90C-5141-BCC8-B6FB27689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ACFCFD-4CAE-4831-9243-606D2650BF4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C90D5-792D-F005-31C1-1057F4006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5C0D2-2ED0-F6E0-3A46-F903DB0A8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FF9183-BA89-4D9F-9C65-B291E9BC1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83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E707C-C372-BF73-9212-2FEEF0527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765" y="272429"/>
            <a:ext cx="9144000" cy="129615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3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819E6-C1BC-4406-7376-5AEE04EBE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026"/>
            <a:ext cx="10515600" cy="683523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60E81-AB0B-E3DF-2479-7D07CA183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52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9BF1-473D-DDE5-527A-7558B79F8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C1FE6-AF4B-A224-872C-BCCA62540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720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B8D35-41C0-DFF9-4DB4-19E22E9A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76272-A56F-6183-E3B9-0E0CD494B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06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EBE79-B914-8305-F1D7-D3E2512EB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71E14-7683-3E83-4EE6-63B03A33D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08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E5243-E70C-ABC7-1628-9B3D6A95E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5BC38-4B2A-AA10-C8CE-394AAF92A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90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E5352-0286-001F-A3D6-D7109A015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A0ABE-1E7A-0417-4217-26739A980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86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Centeno Mora</dc:creator>
  <cp:lastModifiedBy>Oscar Centeno Mora</cp:lastModifiedBy>
  <cp:revision>1</cp:revision>
  <dcterms:created xsi:type="dcterms:W3CDTF">2026-06-30T23:08:21Z</dcterms:created>
  <dcterms:modified xsi:type="dcterms:W3CDTF">2026-06-30T23:09:20Z</dcterms:modified>
</cp:coreProperties>
</file>